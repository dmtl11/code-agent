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5df4113a5c4709" /><Relationship Type="http://schemas.openxmlformats.org/officeDocument/2006/relationships/extended-properties" Target="/docProps/app.xml" Id="R76418073a6f64d5d" /><Relationship Type="http://schemas.openxmlformats.org/officeDocument/2006/relationships/officeDocument" Target="/ppt/presentation.xml" Id="R450cdc91c57a4d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833003b29441e9"/>
  </p:sldMasterIdLst>
  <p:notesMasterIdLst>
    <p:notesMasterId xmlns:r="http://schemas.openxmlformats.org/officeDocument/2006/relationships" r:id="R48124e0a5e2c4759"/>
  </p:notesMasterIdLst>
  <p:sldIdLst>
    <p:sldId xmlns:r="http://schemas.openxmlformats.org/officeDocument/2006/relationships" id="256" r:id="R2b29bb7255e24115"/>
    <p:sldId xmlns:r="http://schemas.openxmlformats.org/officeDocument/2006/relationships" id="257" r:id="R95e875babf624cea"/>
    <p:sldId xmlns:r="http://schemas.openxmlformats.org/officeDocument/2006/relationships" id="258" r:id="R3339336977f14056"/>
  </p:sldIdLst>
  <p:sldSz cx="1524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99a5c6af1949e5" /><Relationship Type="http://schemas.openxmlformats.org/officeDocument/2006/relationships/slideMaster" Target="/ppt/slideMasters/slideMaster1.xml" Id="R01833003b29441e9" /><Relationship Type="http://schemas.openxmlformats.org/officeDocument/2006/relationships/notesMaster" Target="/ppt/notesMasters/notesMaster1.xml" Id="R48124e0a5e2c4759" /><Relationship Type="http://schemas.openxmlformats.org/officeDocument/2006/relationships/presProps" Target="/ppt/presProps.xml" Id="R23299aac6cc34585" /><Relationship Type="http://schemas.openxmlformats.org/officeDocument/2006/relationships/tableStyles" Target="/ppt/tableStyles.xml" Id="R26046c1c891c44ba" /><Relationship Type="http://schemas.openxmlformats.org/officeDocument/2006/relationships/slide" Target="/ppt/slides/slide1.xml" Id="R2b29bb7255e24115" /><Relationship Type="http://schemas.openxmlformats.org/officeDocument/2006/relationships/slide" Target="/ppt/slides/slide2.xml" Id="R95e875babf624cea" /><Relationship Type="http://schemas.openxmlformats.org/officeDocument/2006/relationships/slide" Target="/ppt/slides/slide3.xml" Id="R3339336977f1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7831e0008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7147ed66c4add" /><Relationship Type="http://schemas.openxmlformats.org/officeDocument/2006/relationships/notesMaster" Target="/ppt/notesMasters/notesMaster1.xml" Id="R436d9f0542d7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97386259d84ee2" /><Relationship Type="http://schemas.openxmlformats.org/officeDocument/2006/relationships/notesMaster" Target="/ppt/notesMasters/notesMaster1.xml" Id="Rb60a011314d1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8f8b6461148fd" /><Relationship Type="http://schemas.openxmlformats.org/officeDocument/2006/relationships/notesMaster" Target="/ppt/notesMasters/notesMaster1.xml" Id="Red3cd91e0bad4b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D:/大四/LLMRouter/code-agent/src/code_agent/model_router.py</a:t>
            </a:r>
          </a:p>
          <a:p xmlns:a="http://schemas.openxmlformats.org/drawingml/2006/main">
            <a:r>
              <a:t>D:/大四/LLMRouter/code-agent/src/code_agent/config.py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一般任务依难度选择 Flash/Plus/Max。代码首选 Coder，capable 档选 Max；数学选 Math，架构选 Max。冷却用于排序，不是禁止调用。ChatGPT 和 Claude 使用项目配置的 CloseAI 中转。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D:/大四/LLMRouter/code-agent/src/code_agent/session_store.py</a:t>
            </a:r>
          </a:p>
          <a:p xmlns:a="http://schemas.openxmlformats.org/drawingml/2006/main">
            <a:r>
              <a:t>D:/大四/LLMRouter/code-agent/src/code_agent/server.py</a:t>
            </a:r>
          </a:p>
          <a:p xmlns:a="http://schemas.openxmlformats.org/drawingml/2006/main">
            <a:r>
              <a:t>D:/大四/LLMRouter/code-agent/src/code_agent/agent.py</a:t>
            </a:r>
          </a:p>
          <a:p xmlns:a="http://schemas.openxmlformats.org/drawingml/2006/main">
            <a:r>
              <a:t>D:/大四/LLMRouter/code-agent/web/app.js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浏览器使用 localStorage 保存 session_id。服务端校验 session 存在与工作区绑定。消息、事件、记忆与工具状态落入 SQLite；pending/running 在下一轮恢复时标记为 interrupted 并提供提示，不自动重放工具。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D:/大四/LLMRouter/code-agent/src/code_agent/memory.py</a:t>
            </a:r>
          </a:p>
          <a:p xmlns:a="http://schemas.openxmlformats.org/drawingml/2006/main">
            <a:r>
              <a:t>D:/大四/LLMRouter/code-agent/src/code_agent/context.py</a:t>
            </a:r>
          </a:p>
          <a:p xmlns:a="http://schemas.openxmlformats.org/drawingml/2006/main">
            <a:r>
              <a:t>D:/大四/LLMRouter/code-agent/src/code_agent/agent.py</a:t>
            </a:r>
          </a:p>
          <a:p xmlns:a="http://schemas.openxmlformats.org/drawingml/2006/main">
            <a:r>
              <a:t>D:/大四/LLMRouter/code-agent/src/code_agent/session_store.py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默认 ContextManager 预算 32000，预留 8000，因此目标 24000。消息估算不是精确 tokenizer。工具结果超过4000字符时截断到前3600字符。压缩保留当前请求，结构摘要保留近期12项。checkpoint保存summary/tail，但恢复主要注入summary。规则记忆记录结果摘要，不应等同于经过独立验证的成功事实。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8c2bb2617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9e9f1310b4c0e" /><Relationship Type="http://schemas.openxmlformats.org/officeDocument/2006/relationships/slideLayout" Target="/ppt/slideLayouts/slideLayout1.xml" Id="R62350ffb2878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50ffb2878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7cee6214f46f9" /><Relationship Type="http://schemas.openxmlformats.org/officeDocument/2006/relationships/notesSlide" Target="/ppt/notesSlides/notesSlide1.xml" Id="Rc865fbd8d53b4d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ecbb2d61048a6" /><Relationship Type="http://schemas.openxmlformats.org/officeDocument/2006/relationships/notesSlide" Target="/ppt/notesSlides/notesSlide2.xml" Id="Rbec72f84f0ed4f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bd60a2c2e4bbb" /><Relationship Type="http://schemas.openxmlformats.org/officeDocument/2006/relationships/notesSlide" Target="/ppt/notesSlides/notesSlide3.xml" Id="R29d902f928c546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accent">
            <a:extLst xmlns:a="http://schemas.openxmlformats.org/drawingml/2006/main">
              <a:ext uri="{FF2B5EF4-FFF2-40B4-BE49-F238E27FC236}">
                <a16:creationId xmlns:a16="http://schemas.microsoft.com/office/drawing/2014/main" id="{50549DC6-FE01-40A3-9CF3-3B7CDEFA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DE AGENT  /  架构设计">
            <a:extLst xmlns:a="http://schemas.openxmlformats.org/drawingml/2006/main">
              <a:ext uri="{FF2B5EF4-FFF2-40B4-BE49-F238E27FC236}">
                <a16:creationId xmlns:a16="http://schemas.microsoft.com/office/drawing/2014/main" id="{C1856D2C-95F7-4E8C-A19A-67220E9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10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CODE AGENT  /  架构设计</a:t>
            </a:r>
          </a:p>
        </p:txBody>
      </p:sp>
      <p:sp>
        <p:nvSpPr>
          <p:cNvPr id="3" name="多模型路由">
            <a:extLst xmlns:a="http://schemas.openxmlformats.org/drawingml/2006/main">
              <a:ext uri="{FF2B5EF4-FFF2-40B4-BE49-F238E27FC236}">
                <a16:creationId xmlns:a16="http://schemas.microsoft.com/office/drawing/2014/main" id="{5F7455C4-2520-464F-9235-9EE8456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13716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多模型路由</a:t>
            </a:r>
          </a:p>
        </p:txBody>
      </p:sp>
      <p:sp>
        <p:nvSpPr>
          <p:cNvPr id="4" name="按任务选模型，失败时自动切换">
            <a:extLst xmlns:a="http://schemas.openxmlformats.org/drawingml/2006/main">
              <a:ext uri="{FF2B5EF4-FFF2-40B4-BE49-F238E27FC236}">
                <a16:creationId xmlns:a16="http://schemas.microsoft.com/office/drawing/2014/main" id="{B146637E-C522-48B0-9A25-414E3A52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按任务选模型，失败时自动切换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6FFE29-1AA3-4CDD-A967-CB35C6B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39425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当前实现：启发式规则评分，不是训练式路由模型。">
            <a:extLst xmlns:a="http://schemas.openxmlformats.org/drawingml/2006/main">
              <a:ext uri="{FF2B5EF4-FFF2-40B4-BE49-F238E27FC236}">
                <a16:creationId xmlns:a16="http://schemas.microsoft.com/office/drawing/2014/main" id="{101230D5-EA3D-44F6-AA3B-4ECCB14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1087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当前实现：启发式规则评分，不是训练式路由模型。</a:t>
            </a:r>
          </a:p>
        </p:txBody>
      </p:sp>
      <p:sp>
        <p:nvSpPr>
          <p:cNvPr id="7" name="01 / 03">
            <a:extLst xmlns:a="http://schemas.openxmlformats.org/drawingml/2006/main">
              <a:ext uri="{FF2B5EF4-FFF2-40B4-BE49-F238E27FC236}">
                <a16:creationId xmlns:a16="http://schemas.microsoft.com/office/drawing/2014/main" id="{08F058C9-63C9-4AF7-908E-35AC7C6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8108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01 / 03</a:t>
            </a:r>
          </a:p>
        </p:txBody>
      </p:sp>
      <p:sp>
        <p:nvSpPr>
          <p:cNvPr id="8" name="direction">
            <a:extLst xmlns:a="http://schemas.openxmlformats.org/drawingml/2006/main">
              <a:ext uri="{FF2B5EF4-FFF2-40B4-BE49-F238E27FC236}">
                <a16:creationId xmlns:a16="http://schemas.microsoft.com/office/drawing/2014/main" id="{551C86FC-5A42-46FD-8142-5BD645CF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38700"/>
            <a:ext cx="571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rection">
            <a:extLst xmlns:a="http://schemas.openxmlformats.org/drawingml/2006/main">
              <a:ext uri="{FF2B5EF4-FFF2-40B4-BE49-F238E27FC236}">
                <a16:creationId xmlns:a16="http://schemas.microsoft.com/office/drawing/2014/main" id="{9C0BE1EC-F8A7-46F0-9392-945BCFB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38700"/>
            <a:ext cx="609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1  任务信号">
            <a:extLst xmlns:a="http://schemas.openxmlformats.org/drawingml/2006/main">
              <a:ext uri="{FF2B5EF4-FFF2-40B4-BE49-F238E27FC236}">
                <a16:creationId xmlns:a16="http://schemas.microsoft.com/office/drawing/2014/main" id="{68AC49CA-EDB0-4951-97B1-9BD15821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01  任务信号</a:t>
            </a:r>
          </a:p>
        </p:txBody>
      </p:sp>
      <p:sp>
        <p:nvSpPr>
          <p:cNvPr id="11" name="02  路由决策">
            <a:extLst xmlns:a="http://schemas.openxmlformats.org/drawingml/2006/main">
              <a:ext uri="{FF2B5EF4-FFF2-40B4-BE49-F238E27FC236}">
                <a16:creationId xmlns:a16="http://schemas.microsoft.com/office/drawing/2014/main" id="{3BB1E077-B3A2-4C16-9354-41FE65C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194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02  路由决策</a:t>
            </a:r>
          </a:p>
        </p:txBody>
      </p:sp>
      <p:sp>
        <p:nvSpPr>
          <p:cNvPr id="12" name="03  首选模型">
            <a:extLst xmlns:a="http://schemas.openxmlformats.org/drawingml/2006/main">
              <a:ext uri="{FF2B5EF4-FFF2-40B4-BE49-F238E27FC236}">
                <a16:creationId xmlns:a16="http://schemas.microsoft.com/office/drawing/2014/main" id="{892F535B-AF55-4E8A-869B-92C3306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194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03  首选模型</a:t>
            </a:r>
          </a:p>
        </p:txBody>
      </p:sp>
      <p:sp>
        <p:nvSpPr>
          <p:cNvPr id="13" name="input-node">
            <a:extLst xmlns:a="http://schemas.openxmlformats.org/drawingml/2006/main">
              <a:ext uri="{FF2B5EF4-FFF2-40B4-BE49-F238E27FC236}">
                <a16:creationId xmlns:a16="http://schemas.microsoft.com/office/drawing/2014/main" id="{E79F37FF-A3F2-44FD-8DBC-9EA7917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857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输入与反馈">
            <a:extLst xmlns:a="http://schemas.openxmlformats.org/drawingml/2006/main">
              <a:ext uri="{FF2B5EF4-FFF2-40B4-BE49-F238E27FC236}">
                <a16:creationId xmlns:a16="http://schemas.microsoft.com/office/drawing/2014/main" id="{FDC7D33B-D8CF-472F-827D-767161AC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输入与反馈</a:t>
            </a:r>
          </a:p>
        </p:txBody>
      </p:sp>
      <p:sp>
        <p:nvSpPr>
          <p:cNvPr id="15" name="用户输入与任务类型">
            <a:extLst xmlns:a="http://schemas.openxmlformats.org/drawingml/2006/main">
              <a:ext uri="{FF2B5EF4-FFF2-40B4-BE49-F238E27FC236}">
                <a16:creationId xmlns:a16="http://schemas.microsoft.com/office/drawing/2014/main" id="{5360D6E1-3E57-49DE-AFB8-446988A5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用户输入与任务类型</a:t>
            </a:r>
          </a:p>
        </p:txBody>
      </p:sp>
      <p:sp>
        <p:nvSpPr>
          <p:cNvPr id="16" name="上下文长度">
            <a:extLst xmlns:a="http://schemas.openxmlformats.org/drawingml/2006/main">
              <a:ext uri="{FF2B5EF4-FFF2-40B4-BE49-F238E27FC236}">
                <a16:creationId xmlns:a16="http://schemas.microsoft.com/office/drawing/2014/main" id="{141A430E-5A14-421D-81A3-C780F9F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上下文长度</a:t>
            </a:r>
          </a:p>
        </p:txBody>
      </p:sp>
      <p:sp>
        <p:nvSpPr>
          <p:cNvPr id="17" name="近期工具失败">
            <a:extLst xmlns:a="http://schemas.openxmlformats.org/drawingml/2006/main">
              <a:ext uri="{FF2B5EF4-FFF2-40B4-BE49-F238E27FC236}">
                <a16:creationId xmlns:a16="http://schemas.microsoft.com/office/drawing/2014/main" id="{E7EC13AA-08A4-4ABB-B5D6-E244DD9F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近期工具失败</a:t>
            </a:r>
          </a:p>
        </p:txBody>
      </p:sp>
      <p:sp>
        <p:nvSpPr>
          <p:cNvPr id="18" name="router-node">
            <a:extLst xmlns:a="http://schemas.openxmlformats.org/drawingml/2006/main">
              <a:ext uri="{FF2B5EF4-FFF2-40B4-BE49-F238E27FC236}">
                <a16:creationId xmlns:a16="http://schemas.microsoft.com/office/drawing/2014/main" id="{B16C6040-01D7-4087-9187-8CEA662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7147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to 路由器">
            <a:extLst xmlns:a="http://schemas.openxmlformats.org/drawingml/2006/main">
              <a:ext uri="{FF2B5EF4-FFF2-40B4-BE49-F238E27FC236}">
                <a16:creationId xmlns:a16="http://schemas.microsoft.com/office/drawing/2014/main" id="{554AC462-1146-458B-8E88-80924C30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909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Auto 路由器</a:t>
            </a:r>
          </a:p>
        </p:txBody>
      </p:sp>
      <p:sp>
        <p:nvSpPr>
          <p:cNvPr id="20" name="规则评分 · 难度分档">
            <a:extLst xmlns:a="http://schemas.openxmlformats.org/drawingml/2006/main">
              <a:ext uri="{FF2B5EF4-FFF2-40B4-BE49-F238E27FC236}">
                <a16:creationId xmlns:a16="http://schemas.microsoft.com/office/drawing/2014/main" id="{F4E53A45-9D1E-4D9E-B357-B3F8714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815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规则评分 · 难度分档</a:t>
            </a:r>
          </a:p>
        </p:txBody>
      </p:sp>
      <p:sp>
        <p:nvSpPr>
          <p:cNvPr id="21" name="高效 / 均衡 / 高能力">
            <a:extLst xmlns:a="http://schemas.openxmlformats.org/drawingml/2006/main">
              <a:ext uri="{FF2B5EF4-FFF2-40B4-BE49-F238E27FC236}">
                <a16:creationId xmlns:a16="http://schemas.microsoft.com/office/drawing/2014/main" id="{CAC6BCBE-9795-471A-AC86-45BD97E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6007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高效 / 均衡 / 高能力</a:t>
            </a:r>
          </a:p>
        </p:txBody>
      </p:sp>
      <p:sp>
        <p:nvSpPr>
          <p:cNvPr id="22" name="通用">
            <a:extLst xmlns:a="http://schemas.openxmlformats.org/drawingml/2006/main">
              <a:ext uri="{FF2B5EF4-FFF2-40B4-BE49-F238E27FC236}">
                <a16:creationId xmlns:a16="http://schemas.microsoft.com/office/drawing/2014/main" id="{B4386C19-DE99-4F49-8CD9-76B386A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67125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通用</a:t>
            </a:r>
          </a:p>
        </p:txBody>
      </p:sp>
      <p:sp>
        <p:nvSpPr>
          <p:cNvPr id="23" name="Qwen Flash / Plus / Max">
            <a:extLst xmlns:a="http://schemas.openxmlformats.org/drawingml/2006/main">
              <a:ext uri="{FF2B5EF4-FFF2-40B4-BE49-F238E27FC236}">
                <a16:creationId xmlns:a16="http://schemas.microsoft.com/office/drawing/2014/main" id="{F3624F36-EB18-4939-A37F-912311A6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667125"/>
            <a:ext cx="3971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Qwen Flash / Plus / Max</a:t>
            </a:r>
          </a:p>
        </p:txBody>
      </p:sp>
      <p:sp>
        <p:nvSpPr>
          <p:cNvPr id="24" name="row-1">
            <a:extLst xmlns:a="http://schemas.openxmlformats.org/drawingml/2006/main">
              <a:ext uri="{FF2B5EF4-FFF2-40B4-BE49-F238E27FC236}">
                <a16:creationId xmlns:a16="http://schemas.microsoft.com/office/drawing/2014/main" id="{2C44ABDC-A404-44CD-B0D7-8C48EA6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24350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代码">
            <a:extLst xmlns:a="http://schemas.openxmlformats.org/drawingml/2006/main">
              <a:ext uri="{FF2B5EF4-FFF2-40B4-BE49-F238E27FC236}">
                <a16:creationId xmlns:a16="http://schemas.microsoft.com/office/drawing/2014/main" id="{894AD77B-7621-4AFA-B95B-86E2A06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005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6" name="Qwen Coder / Max">
            <a:extLst xmlns:a="http://schemas.openxmlformats.org/drawingml/2006/main">
              <a:ext uri="{FF2B5EF4-FFF2-40B4-BE49-F238E27FC236}">
                <a16:creationId xmlns:a16="http://schemas.microsoft.com/office/drawing/2014/main" id="{B12C6EC4-04F0-4EC1-92B8-E777F71C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400550"/>
            <a:ext cx="3971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Qwen Coder / Max</a:t>
            </a:r>
          </a:p>
        </p:txBody>
      </p:sp>
      <p:sp>
        <p:nvSpPr>
          <p:cNvPr id="27" name="row-2">
            <a:extLst xmlns:a="http://schemas.openxmlformats.org/drawingml/2006/main">
              <a:ext uri="{FF2B5EF4-FFF2-40B4-BE49-F238E27FC236}">
                <a16:creationId xmlns:a16="http://schemas.microsoft.com/office/drawing/2014/main" id="{97428ACB-BFBC-42A9-902B-28BD0446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57775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数学">
            <a:extLst xmlns:a="http://schemas.openxmlformats.org/drawingml/2006/main">
              <a:ext uri="{FF2B5EF4-FFF2-40B4-BE49-F238E27FC236}">
                <a16:creationId xmlns:a16="http://schemas.microsoft.com/office/drawing/2014/main" id="{F2C6E7C3-9C4F-4717-91C2-D4507473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33975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数学</a:t>
            </a:r>
          </a:p>
        </p:txBody>
      </p:sp>
      <p:sp>
        <p:nvSpPr>
          <p:cNvPr id="29" name="Qwen Math">
            <a:extLst xmlns:a="http://schemas.openxmlformats.org/drawingml/2006/main">
              <a:ext uri="{FF2B5EF4-FFF2-40B4-BE49-F238E27FC236}">
                <a16:creationId xmlns:a16="http://schemas.microsoft.com/office/drawing/2014/main" id="{27388469-F4C1-48F4-9FB7-49D8F389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133975"/>
            <a:ext cx="3971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Qwen Math</a:t>
            </a:r>
          </a:p>
        </p:txBody>
      </p:sp>
      <p:sp>
        <p:nvSpPr>
          <p:cNvPr id="30" name="row-3">
            <a:extLst xmlns:a="http://schemas.openxmlformats.org/drawingml/2006/main">
              <a:ext uri="{FF2B5EF4-FFF2-40B4-BE49-F238E27FC236}">
                <a16:creationId xmlns:a16="http://schemas.microsoft.com/office/drawing/2014/main" id="{3B020842-9870-4337-851C-D4EB821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91200"/>
            <a:ext cx="504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架构">
            <a:extLst xmlns:a="http://schemas.openxmlformats.org/drawingml/2006/main">
              <a:ext uri="{FF2B5EF4-FFF2-40B4-BE49-F238E27FC236}">
                <a16:creationId xmlns:a16="http://schemas.microsoft.com/office/drawing/2014/main" id="{A4677788-731A-4BCF-8E76-08E6E4D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6740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32" name="Qwen Max">
            <a:extLst xmlns:a="http://schemas.openxmlformats.org/drawingml/2006/main">
              <a:ext uri="{FF2B5EF4-FFF2-40B4-BE49-F238E27FC236}">
                <a16:creationId xmlns:a16="http://schemas.microsoft.com/office/drawing/2014/main" id="{CC39E3F0-7CE9-435D-A44A-356E45E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867400"/>
            <a:ext cx="3971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Qwen Max</a:t>
            </a:r>
          </a:p>
        </p:txBody>
      </p:sp>
      <p:sp>
        <p:nvSpPr>
          <p:cNvPr id="33" name="fallback-band">
            <a:extLst xmlns:a="http://schemas.openxmlformats.org/drawingml/2006/main">
              <a:ext uri="{FF2B5EF4-FFF2-40B4-BE49-F238E27FC236}">
                <a16:creationId xmlns:a16="http://schemas.microsoft.com/office/drawing/2014/main" id="{2E5633CE-8822-41A8-9633-4440369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13716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allback-accent">
            <a:extLst xmlns:a="http://schemas.openxmlformats.org/drawingml/2006/main">
              <a:ext uri="{FF2B5EF4-FFF2-40B4-BE49-F238E27FC236}">
                <a16:creationId xmlns:a16="http://schemas.microsoft.com/office/drawing/2014/main" id="{E358C0AC-CCE7-4DFE-AAE6-526395F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失败级联">
            <a:extLst xmlns:a="http://schemas.openxmlformats.org/drawingml/2006/main">
              <a:ext uri="{FF2B5EF4-FFF2-40B4-BE49-F238E27FC236}">
                <a16:creationId xmlns:a16="http://schemas.microsoft.com/office/drawing/2014/main" id="{15C10F6E-9FCA-4D7F-AE23-7440163B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5342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466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4660D"/>
                </a:solidFill>
                <a:latin typeface="Microsoft YaHei"/>
                <a:ea typeface="Microsoft YaHei"/>
                <a:cs typeface="Microsoft YaHei"/>
              </a:rPr>
              <a:t>失败级联</a:t>
            </a:r>
          </a:p>
        </p:txBody>
      </p:sp>
      <p:sp>
        <p:nvSpPr>
          <p:cNvPr id="36" name="候选模型失败 → 尝试下一候选">
            <a:extLst xmlns:a="http://schemas.openxmlformats.org/drawingml/2006/main">
              <a:ext uri="{FF2B5EF4-FFF2-40B4-BE49-F238E27FC236}">
                <a16:creationId xmlns:a16="http://schemas.microsoft.com/office/drawing/2014/main" id="{D6CE15E6-2EDD-49A2-9E5F-943A19D1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746760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候选模型失败 → 尝试下一候选</a:t>
            </a:r>
          </a:p>
        </p:txBody>
      </p:sp>
      <p:sp>
        <p:nvSpPr>
          <p:cNvPr id="37" name="DeepSeek · CloseAI（ChatGPT / Claude）">
            <a:extLst xmlns:a="http://schemas.openxmlformats.org/drawingml/2006/main">
              <a:ext uri="{FF2B5EF4-FFF2-40B4-BE49-F238E27FC236}">
                <a16:creationId xmlns:a16="http://schemas.microsoft.com/office/drawing/2014/main" id="{FCEE4248-3AA5-4AA0-ACD8-EFECC6B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81057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DeepSeek · CloseAI（ChatGPT / Claude）</a:t>
            </a:r>
          </a:p>
        </p:txBody>
      </p:sp>
      <p:sp>
        <p:nvSpPr>
          <p:cNvPr id="38" name="每轮重新判断，沿用同一 Session 上下文">
            <a:extLst xmlns:a="http://schemas.openxmlformats.org/drawingml/2006/main">
              <a:ext uri="{FF2B5EF4-FFF2-40B4-BE49-F238E27FC236}">
                <a16:creationId xmlns:a16="http://schemas.microsoft.com/office/drawing/2014/main" id="{83F78166-8B20-4D96-B96C-9511F589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72575"/>
            <a:ext cx="13716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每轮重新判断，沿用同一 Session 上下文</a:t>
            </a:r>
          </a:p>
        </p:txBody>
      </p:sp>
      <p:sp>
        <p:nvSpPr>
          <p:cNvPr id="39" name="仅使用已配置模型；失败次数和冷却标记影响候选优先级">
            <a:extLst xmlns:a="http://schemas.openxmlformats.org/drawingml/2006/main">
              <a:ext uri="{FF2B5EF4-FFF2-40B4-BE49-F238E27FC236}">
                <a16:creationId xmlns:a16="http://schemas.microsoft.com/office/drawing/2014/main" id="{13B4AB31-1545-440D-9988-B0D7B701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917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仅使用已配置模型；失败次数和冷却标记影响候选优先级</a:t>
            </a:r>
          </a:p>
        </p:txBody>
      </p:sp>
    </p:spTree>
    <p:extLst>
      <p:ext uri="{BB962C8B-B14F-4D97-AF65-F5344CB8AC3E}">
        <p14:creationId xmlns:p14="http://schemas.microsoft.com/office/powerpoint/2010/main" val="1860167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">
            <a:extLst xmlns:a="http://schemas.openxmlformats.org/drawingml/2006/main">
              <a:ext uri="{FF2B5EF4-FFF2-40B4-BE49-F238E27FC236}">
                <a16:creationId xmlns:a16="http://schemas.microsoft.com/office/drawing/2014/main" id="{409C0534-2F4C-4729-8D21-A0BECD8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DE AGENT  /  架构设计">
            <a:extLst xmlns:a="http://schemas.openxmlformats.org/drawingml/2006/main">
              <a:ext uri="{FF2B5EF4-FFF2-40B4-BE49-F238E27FC236}">
                <a16:creationId xmlns:a16="http://schemas.microsoft.com/office/drawing/2014/main" id="{B1DE30EA-2E4C-4BD5-ADDB-4B86EC50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10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CODE AGENT  /  架构设计</a:t>
            </a:r>
          </a:p>
        </p:txBody>
      </p:sp>
      <p:sp>
        <p:nvSpPr>
          <p:cNvPr id="3" name="Session 设计">
            <a:extLst xmlns:a="http://schemas.openxmlformats.org/drawingml/2006/main">
              <a:ext uri="{FF2B5EF4-FFF2-40B4-BE49-F238E27FC236}">
                <a16:creationId xmlns:a16="http://schemas.microsoft.com/office/drawing/2014/main" id="{21101D34-ECB6-4980-BAAB-7C7879D7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13716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Session 设计</a:t>
            </a:r>
          </a:p>
        </p:txBody>
      </p:sp>
      <p:sp>
        <p:nvSpPr>
          <p:cNvPr id="4" name="模型可以切换，任务状态保持连续">
            <a:extLst xmlns:a="http://schemas.openxmlformats.org/drawingml/2006/main">
              <a:ext uri="{FF2B5EF4-FFF2-40B4-BE49-F238E27FC236}">
                <a16:creationId xmlns:a16="http://schemas.microsoft.com/office/drawing/2014/main" id="{253EF4C1-78B5-4BB5-9730-CA48559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模型可以切换，任务状态保持连续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58FEE1-FE20-4F9D-8DCF-F53EC63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39425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ssion 是任务状态容器；切换模型不等于创建新会话。">
            <a:extLst xmlns:a="http://schemas.openxmlformats.org/drawingml/2006/main">
              <a:ext uri="{FF2B5EF4-FFF2-40B4-BE49-F238E27FC236}">
                <a16:creationId xmlns:a16="http://schemas.microsoft.com/office/drawing/2014/main" id="{73BCC6D8-7BF3-4D09-BD1D-CE061F67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1087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Session 是任务状态容器；切换模型不等于创建新会话。</a:t>
            </a:r>
          </a:p>
        </p:txBody>
      </p:sp>
      <p:sp>
        <p:nvSpPr>
          <p:cNvPr id="7" name="02 / 03">
            <a:extLst xmlns:a="http://schemas.openxmlformats.org/drawingml/2006/main">
              <a:ext uri="{FF2B5EF4-FFF2-40B4-BE49-F238E27FC236}">
                <a16:creationId xmlns:a16="http://schemas.microsoft.com/office/drawing/2014/main" id="{F67E0628-84EB-4602-B867-1BC8FC5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8108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02 / 03</a:t>
            </a:r>
          </a:p>
        </p:txBody>
      </p:sp>
      <p:sp>
        <p:nvSpPr>
          <p:cNvPr id="8" name="direction">
            <a:extLst xmlns:a="http://schemas.openxmlformats.org/drawingml/2006/main">
              <a:ext uri="{FF2B5EF4-FFF2-40B4-BE49-F238E27FC236}">
                <a16:creationId xmlns:a16="http://schemas.microsoft.com/office/drawing/2014/main" id="{FC65E4FF-06D2-4AD2-881F-69EE70D2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rection">
            <a:extLst xmlns:a="http://schemas.openxmlformats.org/drawingml/2006/main">
              <a:ext uri="{FF2B5EF4-FFF2-40B4-BE49-F238E27FC236}">
                <a16:creationId xmlns:a16="http://schemas.microsoft.com/office/drawing/2014/main" id="{92558923-DB4E-4BAF-AC95-8713BA4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rection">
            <a:extLst xmlns:a="http://schemas.openxmlformats.org/drawingml/2006/main">
              <a:ext uri="{FF2B5EF4-FFF2-40B4-BE49-F238E27FC236}">
                <a16:creationId xmlns:a16="http://schemas.microsoft.com/office/drawing/2014/main" id="{833C6D13-A250-45D1-833D-FA229D0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48300"/>
            <a:ext cx="24765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-node">
            <a:extLst xmlns:a="http://schemas.openxmlformats.org/drawingml/2006/main">
              <a:ext uri="{FF2B5EF4-FFF2-40B4-BE49-F238E27FC236}">
                <a16:creationId xmlns:a16="http://schemas.microsoft.com/office/drawing/2014/main" id="{A1DD48CB-D9C7-4E65-AB05-1326C899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ssion-node">
            <a:extLst xmlns:a="http://schemas.openxmlformats.org/drawingml/2006/main">
              <a:ext uri="{FF2B5EF4-FFF2-40B4-BE49-F238E27FC236}">
                <a16:creationId xmlns:a16="http://schemas.microsoft.com/office/drawing/2014/main" id="{7E88E92E-ADFC-40C4-8850-E89184F4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4095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gent-node">
            <a:extLst xmlns:a="http://schemas.openxmlformats.org/drawingml/2006/main">
              <a:ext uri="{FF2B5EF4-FFF2-40B4-BE49-F238E27FC236}">
                <a16:creationId xmlns:a16="http://schemas.microsoft.com/office/drawing/2014/main" id="{F22D416B-0130-42F0-973C-12BEF64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4572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浏览器">
            <a:extLst xmlns:a="http://schemas.openxmlformats.org/drawingml/2006/main">
              <a:ext uri="{FF2B5EF4-FFF2-40B4-BE49-F238E27FC236}">
                <a16:creationId xmlns:a16="http://schemas.microsoft.com/office/drawing/2014/main" id="{E43A3018-44C4-4E4E-8EFA-466FDB2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15" name="localStorage 保存 ID">
            <a:extLst xmlns:a="http://schemas.openxmlformats.org/drawingml/2006/main">
              <a:ext uri="{FF2B5EF4-FFF2-40B4-BE49-F238E27FC236}">
                <a16:creationId xmlns:a16="http://schemas.microsoft.com/office/drawing/2014/main" id="{91F74EC0-6C20-42D7-BC21-314AB80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localStorage 保存 ID</a:t>
            </a:r>
          </a:p>
        </p:txBody>
      </p:sp>
      <p:sp>
        <p:nvSpPr>
          <p:cNvPr id="16" name="每次请求携带 session_id">
            <a:extLst xmlns:a="http://schemas.openxmlformats.org/drawingml/2006/main">
              <a:ext uri="{FF2B5EF4-FFF2-40B4-BE49-F238E27FC236}">
                <a16:creationId xmlns:a16="http://schemas.microsoft.com/office/drawing/2014/main" id="{9EF34645-03E5-4EC5-85B4-8C09D8CC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每次请求携带 session_id</a:t>
            </a:r>
          </a:p>
        </p:txBody>
      </p:sp>
      <p:sp>
        <p:nvSpPr>
          <p:cNvPr id="17" name="同一个 Session">
            <a:extLst xmlns:a="http://schemas.openxmlformats.org/drawingml/2006/main">
              <a:ext uri="{FF2B5EF4-FFF2-40B4-BE49-F238E27FC236}">
                <a16:creationId xmlns:a16="http://schemas.microsoft.com/office/drawing/2014/main" id="{7B2785B6-6804-4AEA-8A9A-FC490AE0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81400"/>
            <a:ext cx="3409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同一个 Session</a:t>
            </a:r>
          </a:p>
        </p:txBody>
      </p:sp>
      <p:sp>
        <p:nvSpPr>
          <p:cNvPr id="18" name="session_id 保持不变">
            <a:extLst xmlns:a="http://schemas.openxmlformats.org/drawingml/2006/main">
              <a:ext uri="{FF2B5EF4-FFF2-40B4-BE49-F238E27FC236}">
                <a16:creationId xmlns:a16="http://schemas.microsoft.com/office/drawing/2014/main" id="{E7EE8AE7-985F-43F1-B90C-BFA35F2A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14825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session_id 保持不变</a:t>
            </a:r>
          </a:p>
        </p:txBody>
      </p:sp>
      <p:sp>
        <p:nvSpPr>
          <p:cNvPr id="19" name="run_id 每轮新建">
            <a:extLst xmlns:a="http://schemas.openxmlformats.org/drawingml/2006/main">
              <a:ext uri="{FF2B5EF4-FFF2-40B4-BE49-F238E27FC236}">
                <a16:creationId xmlns:a16="http://schemas.microsoft.com/office/drawing/2014/main" id="{B01F912E-FAF3-4B95-820C-6E848B1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3409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run_id 每轮新建</a:t>
            </a:r>
          </a:p>
        </p:txBody>
      </p:sp>
      <p:sp>
        <p:nvSpPr>
          <p:cNvPr id="20" name="Agent + 当前模型">
            <a:extLst xmlns:a="http://schemas.openxmlformats.org/drawingml/2006/main">
              <a:ext uri="{FF2B5EF4-FFF2-40B4-BE49-F238E27FC236}">
                <a16:creationId xmlns:a16="http://schemas.microsoft.com/office/drawing/2014/main" id="{431F81EB-16A9-40F0-B731-BEBA9B0C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400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Agent + 当前模型</a:t>
            </a:r>
          </a:p>
        </p:txBody>
      </p:sp>
      <p:sp>
        <p:nvSpPr>
          <p:cNvPr id="21" name="DeepSeek / Qwen">
            <a:extLst xmlns:a="http://schemas.openxmlformats.org/drawingml/2006/main">
              <a:ext uri="{FF2B5EF4-FFF2-40B4-BE49-F238E27FC236}">
                <a16:creationId xmlns:a16="http://schemas.microsoft.com/office/drawing/2014/main" id="{7876EC5D-11D9-4404-9DF6-347C659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1482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DeepSeek / Qwen</a:t>
            </a:r>
          </a:p>
        </p:txBody>
      </p:sp>
      <p:sp>
        <p:nvSpPr>
          <p:cNvPr id="22" name="ChatGPT / Claude">
            <a:extLst xmlns:a="http://schemas.openxmlformats.org/drawingml/2006/main">
              <a:ext uri="{FF2B5EF4-FFF2-40B4-BE49-F238E27FC236}">
                <a16:creationId xmlns:a16="http://schemas.microsoft.com/office/drawing/2014/main" id="{D0FEC318-0A94-4984-A111-DFA5D49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72025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ChatGPT / Claude</a:t>
            </a:r>
          </a:p>
        </p:txBody>
      </p:sp>
      <p:sp>
        <p:nvSpPr>
          <p:cNvPr id="23" name="按 session_id 持久化与恢复">
            <a:extLst xmlns:a="http://schemas.openxmlformats.org/drawingml/2006/main">
              <a:ext uri="{FF2B5EF4-FFF2-40B4-BE49-F238E27FC236}">
                <a16:creationId xmlns:a16="http://schemas.microsoft.com/office/drawing/2014/main" id="{8C436B99-52D1-4930-87BC-D45362F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245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按 session_id 持久化与恢复</a:t>
            </a:r>
          </a:p>
        </p:txBody>
      </p:sp>
      <p:sp>
        <p:nvSpPr>
          <p:cNvPr id="24" name="storage-band">
            <a:extLst xmlns:a="http://schemas.openxmlformats.org/drawingml/2006/main">
              <a:ext uri="{FF2B5EF4-FFF2-40B4-BE49-F238E27FC236}">
                <a16:creationId xmlns:a16="http://schemas.microsoft.com/office/drawing/2014/main" id="{AD31F0B1-0F24-41C6-965A-ECFAF9E5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3716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orage-accent">
            <a:extLst xmlns:a="http://schemas.openxmlformats.org/drawingml/2006/main">
              <a:ext uri="{FF2B5EF4-FFF2-40B4-BE49-F238E27FC236}">
                <a16:creationId xmlns:a16="http://schemas.microsoft.com/office/drawing/2014/main" id="{8D66CA41-530D-4556-BCC6-C55ABE22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571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QLite 会话存储">
            <a:extLst xmlns:a="http://schemas.openxmlformats.org/drawingml/2006/main">
              <a:ext uri="{FF2B5EF4-FFF2-40B4-BE49-F238E27FC236}">
                <a16:creationId xmlns:a16="http://schemas.microsoft.com/office/drawing/2014/main" id="{2D5EB916-D427-4F73-91AE-49E9DE6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SQLite 会话存储</a:t>
            </a:r>
          </a:p>
        </p:txBody>
      </p:sp>
      <p:sp>
        <p:nvSpPr>
          <p:cNvPr id="27" name="会话与过程">
            <a:extLst xmlns:a="http://schemas.openxmlformats.org/drawingml/2006/main">
              <a:ext uri="{FF2B5EF4-FFF2-40B4-BE49-F238E27FC236}">
                <a16:creationId xmlns:a16="http://schemas.microsoft.com/office/drawing/2014/main" id="{3D8FBCE8-8467-46D9-B0F1-310D168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770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会话与过程</a:t>
            </a:r>
          </a:p>
        </p:txBody>
      </p:sp>
      <p:sp>
        <p:nvSpPr>
          <p:cNvPr id="28" name="sessions / messages">
            <a:extLst xmlns:a="http://schemas.openxmlformats.org/drawingml/2006/main">
              <a:ext uri="{FF2B5EF4-FFF2-40B4-BE49-F238E27FC236}">
                <a16:creationId xmlns:a16="http://schemas.microsoft.com/office/drawing/2014/main" id="{3C05BB92-1A60-4707-9B62-3E81FE6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5332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sessions / messages</a:t>
            </a:r>
          </a:p>
        </p:txBody>
      </p:sp>
      <p:sp>
        <p:nvSpPr>
          <p:cNvPr id="29" name="events / tool_calls">
            <a:extLst xmlns:a="http://schemas.openxmlformats.org/drawingml/2006/main">
              <a:ext uri="{FF2B5EF4-FFF2-40B4-BE49-F238E27FC236}">
                <a16:creationId xmlns:a16="http://schemas.microsoft.com/office/drawing/2014/main" id="{CE95E0A8-20AA-45C1-8112-2C36D178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1527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events / tool_calls</a:t>
            </a:r>
          </a:p>
        </p:txBody>
      </p:sp>
      <p:sp>
        <p:nvSpPr>
          <p:cNvPr id="30" name="storage-divider-1">
            <a:extLst xmlns:a="http://schemas.openxmlformats.org/drawingml/2006/main">
              <a:ext uri="{FF2B5EF4-FFF2-40B4-BE49-F238E27FC236}">
                <a16:creationId xmlns:a16="http://schemas.microsoft.com/office/drawing/2014/main" id="{CD910470-BD6E-40B8-B052-52A083DC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115175"/>
            <a:ext cx="14288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记忆与恢复">
            <a:extLst xmlns:a="http://schemas.openxmlformats.org/drawingml/2006/main">
              <a:ext uri="{FF2B5EF4-FFF2-40B4-BE49-F238E27FC236}">
                <a16:creationId xmlns:a16="http://schemas.microsoft.com/office/drawing/2014/main" id="{E2FA6152-F9B2-4AA8-8CFC-5F788A7D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770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记忆与恢复</a:t>
            </a:r>
          </a:p>
        </p:txBody>
      </p:sp>
      <p:sp>
        <p:nvSpPr>
          <p:cNvPr id="32" name="memories / checkpoints">
            <a:extLst xmlns:a="http://schemas.openxmlformats.org/drawingml/2006/main">
              <a:ext uri="{FF2B5EF4-FFF2-40B4-BE49-F238E27FC236}">
                <a16:creationId xmlns:a16="http://schemas.microsoft.com/office/drawing/2014/main" id="{0DCB5798-0756-484F-B686-6A55147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5332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memories / checkpoints</a:t>
            </a:r>
          </a:p>
        </p:txBody>
      </p:sp>
      <p:sp>
        <p:nvSpPr>
          <p:cNvPr id="33" name="跨轮次加载历史与任务要点">
            <a:extLst xmlns:a="http://schemas.openxmlformats.org/drawingml/2006/main">
              <a:ext uri="{FF2B5EF4-FFF2-40B4-BE49-F238E27FC236}">
                <a16:creationId xmlns:a16="http://schemas.microsoft.com/office/drawing/2014/main" id="{F373DA97-3DC6-4CFF-AD3C-1367702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91527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跨轮次加载历史与任务要点</a:t>
            </a:r>
          </a:p>
        </p:txBody>
      </p:sp>
      <p:sp>
        <p:nvSpPr>
          <p:cNvPr id="34" name="storage-divider-2">
            <a:extLst xmlns:a="http://schemas.openxmlformats.org/drawingml/2006/main">
              <a:ext uri="{FF2B5EF4-FFF2-40B4-BE49-F238E27FC236}">
                <a16:creationId xmlns:a16="http://schemas.microsoft.com/office/drawing/2014/main" id="{3215F177-9767-41A7-A03D-BF1C465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115175"/>
            <a:ext cx="14288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结果与观测">
            <a:extLst xmlns:a="http://schemas.openxmlformats.org/drawingml/2006/main">
              <a:ext uri="{FF2B5EF4-FFF2-40B4-BE49-F238E27FC236}">
                <a16:creationId xmlns:a16="http://schemas.microsoft.com/office/drawing/2014/main" id="{6E45D4DA-EA2A-4774-B9C2-BB2E2FEF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0770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结果与观测</a:t>
            </a:r>
          </a:p>
        </p:txBody>
      </p:sp>
      <p:sp>
        <p:nvSpPr>
          <p:cNvPr id="36" name="review_changes / metric_records">
            <a:extLst xmlns:a="http://schemas.openxmlformats.org/drawingml/2006/main">
              <a:ext uri="{FF2B5EF4-FFF2-40B4-BE49-F238E27FC236}">
                <a16:creationId xmlns:a16="http://schemas.microsoft.com/office/drawing/2014/main" id="{8D37D2BB-3F11-40DB-8468-C9017C8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55332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review_changes / metric_records</a:t>
            </a:r>
          </a:p>
        </p:txBody>
      </p:sp>
      <p:sp>
        <p:nvSpPr>
          <p:cNvPr id="37" name="变更审查与运行监控">
            <a:extLst xmlns:a="http://schemas.openxmlformats.org/drawingml/2006/main">
              <a:ext uri="{FF2B5EF4-FFF2-40B4-BE49-F238E27FC236}">
                <a16:creationId xmlns:a16="http://schemas.microsoft.com/office/drawing/2014/main" id="{39C69F1C-3FBC-490A-8E0B-C3F0C44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91527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变更审查与运行监控</a:t>
            </a:r>
          </a:p>
        </p:txBody>
      </p:sp>
      <p:sp>
        <p:nvSpPr>
          <p:cNvPr id="38" name="工具生命周期">
            <a:extLst xmlns:a="http://schemas.openxmlformats.org/drawingml/2006/main">
              <a:ext uri="{FF2B5EF4-FFF2-40B4-BE49-F238E27FC236}">
                <a16:creationId xmlns:a16="http://schemas.microsoft.com/office/drawing/2014/main" id="{1DC51C66-8E5E-450F-AEBB-01FA3BE1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296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工具生命周期</a:t>
            </a:r>
          </a:p>
        </p:txBody>
      </p:sp>
      <p:sp>
        <p:nvSpPr>
          <p:cNvPr id="39" name="pending → running → completed / failed">
            <a:extLst xmlns:a="http://schemas.openxmlformats.org/drawingml/2006/main">
              <a:ext uri="{FF2B5EF4-FFF2-40B4-BE49-F238E27FC236}">
                <a16:creationId xmlns:a16="http://schemas.microsoft.com/office/drawing/2014/main" id="{7DE3543A-E779-46E0-90B3-301AE89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296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pending → running → completed / failed</a:t>
            </a:r>
          </a:p>
        </p:txBody>
      </p:sp>
      <p:sp>
        <p:nvSpPr>
          <p:cNvPr id="40" name="中断后标记 interrupted，下轮检查后再继续">
            <a:extLst xmlns:a="http://schemas.openxmlformats.org/drawingml/2006/main">
              <a:ext uri="{FF2B5EF4-FFF2-40B4-BE49-F238E27FC236}">
                <a16:creationId xmlns:a16="http://schemas.microsoft.com/office/drawing/2014/main" id="{B3C1E40B-7A14-42AF-AAA8-BCB0DCE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1371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中断后标记 interrupted，下轮检查后再继续</a:t>
            </a:r>
          </a:p>
        </p:txBody>
      </p:sp>
      <p:sp>
        <p:nvSpPr>
          <p:cNvPr id="41" name="刷新网页恢复对话；已有 Session 必须匹配工作区">
            <a:extLst xmlns:a="http://schemas.openxmlformats.org/drawingml/2006/main">
              <a:ext uri="{FF2B5EF4-FFF2-40B4-BE49-F238E27FC236}">
                <a16:creationId xmlns:a16="http://schemas.microsoft.com/office/drawing/2014/main" id="{2D7F8E95-B60B-4124-A909-D0574FC9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39350"/>
            <a:ext cx="1371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刷新网页恢复对话；已有 Session 必须匹配工作区</a:t>
            </a:r>
          </a:p>
        </p:txBody>
      </p:sp>
    </p:spTree>
    <p:extLst>
      <p:ext uri="{BB962C8B-B14F-4D97-AF65-F5344CB8AC3E}">
        <p14:creationId xmlns:p14="http://schemas.microsoft.com/office/powerpoint/2010/main" val="1653681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accent">
            <a:extLst xmlns:a="http://schemas.openxmlformats.org/drawingml/2006/main">
              <a:ext uri="{FF2B5EF4-FFF2-40B4-BE49-F238E27FC236}">
                <a16:creationId xmlns:a16="http://schemas.microsoft.com/office/drawing/2014/main" id="{F6059B69-134A-49AA-9FFD-51468A6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DE AGENT  /  架构设计">
            <a:extLst xmlns:a="http://schemas.openxmlformats.org/drawingml/2006/main">
              <a:ext uri="{FF2B5EF4-FFF2-40B4-BE49-F238E27FC236}">
                <a16:creationId xmlns:a16="http://schemas.microsoft.com/office/drawing/2014/main" id="{85A2A4FC-E8A5-468B-9E88-858519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10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CODE AGENT  /  架构设计</a:t>
            </a:r>
          </a:p>
        </p:txBody>
      </p:sp>
      <p:sp>
        <p:nvSpPr>
          <p:cNvPr id="3" name="记忆与上下文管理">
            <a:extLst xmlns:a="http://schemas.openxmlformats.org/drawingml/2006/main">
              <a:ext uri="{FF2B5EF4-FFF2-40B4-BE49-F238E27FC236}">
                <a16:creationId xmlns:a16="http://schemas.microsoft.com/office/drawing/2014/main" id="{6AD88E79-4519-4D68-9FED-2CEEA60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13716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记忆与上下文管理</a:t>
            </a:r>
          </a:p>
        </p:txBody>
      </p:sp>
      <p:sp>
        <p:nvSpPr>
          <p:cNvPr id="4" name="跨轮次保留任务要点，按预算组织每次模型请求">
            <a:extLst xmlns:a="http://schemas.openxmlformats.org/drawingml/2006/main">
              <a:ext uri="{FF2B5EF4-FFF2-40B4-BE49-F238E27FC236}">
                <a16:creationId xmlns:a16="http://schemas.microsoft.com/office/drawing/2014/main" id="{04CF0337-772B-4AE1-B116-60E35AD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跨轮次保留任务要点，按预算组织每次模型请求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A41FB4-5C21-4F10-A889-15BFEC2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39425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当前实现：规则式记忆与压缩，非向量检索或 LLM 自动总结。">
            <a:extLst xmlns:a="http://schemas.openxmlformats.org/drawingml/2006/main">
              <a:ext uri="{FF2B5EF4-FFF2-40B4-BE49-F238E27FC236}">
                <a16:creationId xmlns:a16="http://schemas.microsoft.com/office/drawing/2014/main" id="{B9975DE9-E1D4-4D12-A075-07597892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1087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当前实现：规则式记忆与压缩，非向量检索或 LLM 自动总结。</a:t>
            </a:r>
          </a:p>
        </p:txBody>
      </p:sp>
      <p:sp>
        <p:nvSpPr>
          <p:cNvPr id="7" name="03 / 03">
            <a:extLst xmlns:a="http://schemas.openxmlformats.org/drawingml/2006/main">
              <a:ext uri="{FF2B5EF4-FFF2-40B4-BE49-F238E27FC236}">
                <a16:creationId xmlns:a16="http://schemas.microsoft.com/office/drawing/2014/main" id="{5D042561-8CB6-412B-A077-8F2D1E41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8108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03 / 03</a:t>
            </a:r>
          </a:p>
        </p:txBody>
      </p:sp>
      <p:sp>
        <p:nvSpPr>
          <p:cNvPr id="8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87B991DB-46CC-4414-B28F-05007199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1905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rection">
            <a:extLst xmlns:a="http://schemas.openxmlformats.org/drawingml/2006/main">
              <a:ext uri="{FF2B5EF4-FFF2-40B4-BE49-F238E27FC236}">
                <a16:creationId xmlns:a16="http://schemas.microsoft.com/office/drawing/2014/main" id="{CA7028F9-E5F1-4E83-BFC8-9CE8908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05375"/>
            <a:ext cx="2286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rection">
            <a:extLst xmlns:a="http://schemas.openxmlformats.org/drawingml/2006/main">
              <a:ext uri="{FF2B5EF4-FFF2-40B4-BE49-F238E27FC236}">
                <a16:creationId xmlns:a16="http://schemas.microsoft.com/office/drawing/2014/main" id="{A8312B5B-F83D-45E6-9FC4-FD57ED97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81700"/>
            <a:ext cx="228600" cy="390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rection">
            <a:extLst xmlns:a="http://schemas.openxmlformats.org/drawingml/2006/main">
              <a:ext uri="{FF2B5EF4-FFF2-40B4-BE49-F238E27FC236}">
                <a16:creationId xmlns:a16="http://schemas.microsoft.com/office/drawing/2014/main" id="{B918C000-D3B9-46FC-8788-DD4A7FCB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2286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rection">
            <a:extLst xmlns:a="http://schemas.openxmlformats.org/drawingml/2006/main">
              <a:ext uri="{FF2B5EF4-FFF2-40B4-BE49-F238E27FC236}">
                <a16:creationId xmlns:a16="http://schemas.microsoft.com/office/drawing/2014/main" id="{47CF9CD6-77C8-45CC-A2FD-D71AEEDB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058025"/>
            <a:ext cx="22860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结构化记忆">
            <a:extLst xmlns:a="http://schemas.openxmlformats.org/drawingml/2006/main">
              <a:ext uri="{FF2B5EF4-FFF2-40B4-BE49-F238E27FC236}">
                <a16:creationId xmlns:a16="http://schemas.microsoft.com/office/drawing/2014/main" id="{514A0553-0035-4069-81C3-6A8341AA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结构化记忆</a:t>
            </a:r>
          </a:p>
        </p:txBody>
      </p:sp>
      <p:sp>
        <p:nvSpPr>
          <p:cNvPr id="14" name="跨轮次保留">
            <a:extLst xmlns:a="http://schemas.openxmlformats.org/drawingml/2006/main">
              <a:ext uri="{FF2B5EF4-FFF2-40B4-BE49-F238E27FC236}">
                <a16:creationId xmlns:a16="http://schemas.microsoft.com/office/drawing/2014/main" id="{BED585C5-F529-4897-9266-A7F3BAF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跨轮次保留</a:t>
            </a:r>
          </a:p>
        </p:txBody>
      </p:sp>
      <p:sp>
        <p:nvSpPr>
          <p:cNvPr id="15" name="memory-input">
            <a:extLst xmlns:a="http://schemas.openxmlformats.org/drawingml/2006/main">
              <a:ext uri="{FF2B5EF4-FFF2-40B4-BE49-F238E27FC236}">
                <a16:creationId xmlns:a16="http://schemas.microsoft.com/office/drawing/2014/main" id="{49FFF7B5-18F4-410E-8F64-1E0B80F7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任务与执行结果">
            <a:extLst xmlns:a="http://schemas.openxmlformats.org/drawingml/2006/main">
              <a:ext uri="{FF2B5EF4-FFF2-40B4-BE49-F238E27FC236}">
                <a16:creationId xmlns:a16="http://schemas.microsoft.com/office/drawing/2014/main" id="{DF74A2C9-B789-47E2-9EB8-2F6955B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任务与执行结果</a:t>
            </a:r>
          </a:p>
        </p:txBody>
      </p:sp>
      <p:sp>
        <p:nvSpPr>
          <p:cNvPr id="17" name="规则提取 · 去重 · 限量">
            <a:extLst xmlns:a="http://schemas.openxmlformats.org/drawingml/2006/main">
              <a:ext uri="{FF2B5EF4-FFF2-40B4-BE49-F238E27FC236}">
                <a16:creationId xmlns:a16="http://schemas.microsoft.com/office/drawing/2014/main" id="{AFF375BC-F4A7-40F2-AFC4-90C30AA3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5048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规则提取 · 去重 · 限量</a:t>
            </a:r>
          </a:p>
        </p:txBody>
      </p:sp>
      <p:sp>
        <p:nvSpPr>
          <p:cNvPr id="18" name="memory-store">
            <a:extLst xmlns:a="http://schemas.openxmlformats.org/drawingml/2006/main">
              <a:ext uri="{FF2B5EF4-FFF2-40B4-BE49-F238E27FC236}">
                <a16:creationId xmlns:a16="http://schemas.microsoft.com/office/drawing/2014/main" id="{705335F7-C45B-491E-A971-36C532F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任务目标 / 结果摘要">
            <a:extLst xmlns:a="http://schemas.openxmlformats.org/drawingml/2006/main">
              <a:ext uri="{FF2B5EF4-FFF2-40B4-BE49-F238E27FC236}">
                <a16:creationId xmlns:a16="http://schemas.microsoft.com/office/drawing/2014/main" id="{A8587843-FCEA-4D02-BF91-0B310037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0082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任务目标 / 结果摘要</a:t>
            </a:r>
          </a:p>
        </p:txBody>
      </p:sp>
      <p:sp>
        <p:nvSpPr>
          <p:cNvPr id="20" name="错误记录 / 相关文件">
            <a:extLst xmlns:a="http://schemas.openxmlformats.org/drawingml/2006/main">
              <a:ext uri="{FF2B5EF4-FFF2-40B4-BE49-F238E27FC236}">
                <a16:creationId xmlns:a16="http://schemas.microsoft.com/office/drawing/2014/main" id="{A0FE119D-EC6D-40D4-85BC-AEB9BEAE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62800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错误记录 / 相关文件</a:t>
            </a:r>
          </a:p>
        </p:txBody>
      </p:sp>
      <p:sp>
        <p:nvSpPr>
          <p:cNvPr id="21" name="写入 SQLite，下轮注入同一 Session">
            <a:extLst xmlns:a="http://schemas.openxmlformats.org/drawingml/2006/main">
              <a:ext uri="{FF2B5EF4-FFF2-40B4-BE49-F238E27FC236}">
                <a16:creationId xmlns:a16="http://schemas.microsoft.com/office/drawing/2014/main" id="{60662D00-57A4-4E86-9723-53F4A149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5314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写入 SQLite，下轮注入同一 Session</a:t>
            </a:r>
          </a:p>
        </p:txBody>
      </p:sp>
      <p:sp>
        <p:nvSpPr>
          <p:cNvPr id="22" name="本次请求上下文">
            <a:extLst xmlns:a="http://schemas.openxmlformats.org/drawingml/2006/main">
              <a:ext uri="{FF2B5EF4-FFF2-40B4-BE49-F238E27FC236}">
                <a16:creationId xmlns:a16="http://schemas.microsoft.com/office/drawing/2014/main" id="{424A4FF0-FF8B-4356-A06E-EB041CC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本次请求上下文</a:t>
            </a:r>
          </a:p>
        </p:txBody>
      </p:sp>
      <p:sp>
        <p:nvSpPr>
          <p:cNvPr id="23" name="context-base">
            <a:extLst xmlns:a="http://schemas.openxmlformats.org/drawingml/2006/main">
              <a:ext uri="{FF2B5EF4-FFF2-40B4-BE49-F238E27FC236}">
                <a16:creationId xmlns:a16="http://schemas.microsoft.com/office/drawing/2014/main" id="{6FB70BD3-031B-4ADB-AD28-A6D596AC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系统指令 + 仓库地图 + 当前任务">
            <a:extLst xmlns:a="http://schemas.openxmlformats.org/drawingml/2006/main">
              <a:ext uri="{FF2B5EF4-FFF2-40B4-BE49-F238E27FC236}">
                <a16:creationId xmlns:a16="http://schemas.microsoft.com/office/drawing/2014/main" id="{9D98F872-8564-49BF-9BF7-6295E17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681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系统指令 + 仓库地图 + 当前任务</a:t>
            </a:r>
          </a:p>
        </p:txBody>
      </p:sp>
      <p:sp>
        <p:nvSpPr>
          <p:cNvPr id="25" name="context-history">
            <a:extLst xmlns:a="http://schemas.openxmlformats.org/drawingml/2006/main">
              <a:ext uri="{FF2B5EF4-FFF2-40B4-BE49-F238E27FC236}">
                <a16:creationId xmlns:a16="http://schemas.microsoft.com/office/drawing/2014/main" id="{099BFAD8-904E-46FE-B0B3-FE79254E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62475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近期消息 + 结构化记忆 + 检查点摘要">
            <a:extLst xmlns:a="http://schemas.openxmlformats.org/drawingml/2006/main">
              <a:ext uri="{FF2B5EF4-FFF2-40B4-BE49-F238E27FC236}">
                <a16:creationId xmlns:a16="http://schemas.microsoft.com/office/drawing/2014/main" id="{82374A3F-34D9-41E8-B039-BEC29D08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9625"/>
            <a:ext cx="681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近期消息 + 结构化记忆 + 检查点摘要</a:t>
            </a:r>
          </a:p>
        </p:txBody>
      </p:sp>
      <p:sp>
        <p:nvSpPr>
          <p:cNvPr id="27" name="budget-process">
            <a:extLst xmlns:a="http://schemas.openxmlformats.org/drawingml/2006/main">
              <a:ext uri="{FF2B5EF4-FFF2-40B4-BE49-F238E27FC236}">
                <a16:creationId xmlns:a16="http://schemas.microsoft.com/office/drawing/2014/main" id="{ECAE98D3-1F87-45FE-8200-820F52D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72390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预算控制">
            <a:extLst xmlns:a="http://schemas.openxmlformats.org/drawingml/2006/main">
              <a:ext uri="{FF2B5EF4-FFF2-40B4-BE49-F238E27FC236}">
                <a16:creationId xmlns:a16="http://schemas.microsoft.com/office/drawing/2014/main" id="{52E972C8-7DBF-4CBA-9419-30846EA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245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预算控制</a:t>
            </a:r>
          </a:p>
        </p:txBody>
      </p:sp>
      <p:sp>
        <p:nvSpPr>
          <p:cNvPr id="29" name="先截断超长工具结果">
            <a:extLst xmlns:a="http://schemas.openxmlformats.org/drawingml/2006/main">
              <a:ext uri="{FF2B5EF4-FFF2-40B4-BE49-F238E27FC236}">
                <a16:creationId xmlns:a16="http://schemas.microsoft.com/office/drawing/2014/main" id="{D799B94D-9A18-4B93-9608-BB9EA689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2579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先截断超长工具结果</a:t>
            </a:r>
          </a:p>
        </p:txBody>
      </p:sp>
      <p:sp>
        <p:nvSpPr>
          <p:cNvPr id="30" name="再压缩早期消息块，保护当前请求">
            <a:extLst xmlns:a="http://schemas.openxmlformats.org/drawingml/2006/main">
              <a:ext uri="{FF2B5EF4-FFF2-40B4-BE49-F238E27FC236}">
                <a16:creationId xmlns:a16="http://schemas.microsoft.com/office/drawing/2014/main" id="{10453782-792A-43F3-BEC7-3F3319C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638925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再压缩早期消息块，保护当前请求</a:t>
            </a:r>
          </a:p>
        </p:txBody>
      </p:sp>
      <p:sp>
        <p:nvSpPr>
          <p:cNvPr id="31" name="request-node">
            <a:extLst xmlns:a="http://schemas.openxmlformats.org/drawingml/2006/main">
              <a:ext uri="{FF2B5EF4-FFF2-40B4-BE49-F238E27FC236}">
                <a16:creationId xmlns:a16="http://schemas.microsoft.com/office/drawing/2014/main" id="{FB62FCF0-2CFC-4CCA-90D3-FA551FA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562850"/>
            <a:ext cx="7239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发送给模型">
            <a:extLst xmlns:a="http://schemas.openxmlformats.org/drawingml/2006/main">
              <a:ext uri="{FF2B5EF4-FFF2-40B4-BE49-F238E27FC236}">
                <a16:creationId xmlns:a16="http://schemas.microsoft.com/office/drawing/2014/main" id="{DFC1928E-3362-4893-8F22-6D35CBD5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6771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发送给模型</a:t>
            </a:r>
          </a:p>
        </p:txBody>
      </p:sp>
      <p:sp>
        <p:nvSpPr>
          <p:cNvPr id="33" name="budget-context">
            <a:extLst xmlns:a="http://schemas.openxmlformats.org/drawingml/2006/main">
              <a:ext uri="{FF2B5EF4-FFF2-40B4-BE49-F238E27FC236}">
                <a16:creationId xmlns:a16="http://schemas.microsoft.com/office/drawing/2014/main" id="{4FFD04E3-4853-4037-8E87-E35EBEB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01125"/>
            <a:ext cx="47148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udget-reserve">
            <a:extLst xmlns:a="http://schemas.openxmlformats.org/drawingml/2006/main">
              <a:ext uri="{FF2B5EF4-FFF2-40B4-BE49-F238E27FC236}">
                <a16:creationId xmlns:a16="http://schemas.microsoft.com/office/drawing/2014/main" id="{8690927C-50ED-4091-9D20-1B9A34DC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001125"/>
            <a:ext cx="1571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约 24k 上下文目标">
            <a:extLst xmlns:a="http://schemas.openxmlformats.org/drawingml/2006/main">
              <a:ext uri="{FF2B5EF4-FFF2-40B4-BE49-F238E27FC236}">
                <a16:creationId xmlns:a16="http://schemas.microsoft.com/office/drawing/2014/main" id="{53FFC4CE-6714-4DA4-93C3-DE0C43C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72575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24k 上下文目标</a:t>
            </a:r>
          </a:p>
        </p:txBody>
      </p:sp>
      <p:sp>
        <p:nvSpPr>
          <p:cNvPr id="36" name="预留 8k">
            <a:extLst xmlns:a="http://schemas.openxmlformats.org/drawingml/2006/main">
              <a:ext uri="{FF2B5EF4-FFF2-40B4-BE49-F238E27FC236}">
                <a16:creationId xmlns:a16="http://schemas.microsoft.com/office/drawing/2014/main" id="{028D2D90-D6EE-42F6-A193-4FF9CB26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17257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5"/>
                </a:solidFill>
                <a:latin typeface="Microsoft YaHei"/>
                <a:ea typeface="Microsoft YaHei"/>
                <a:cs typeface="Microsoft YaHei"/>
              </a:rPr>
              <a:t>预留 8k</a:t>
            </a:r>
          </a:p>
        </p:txBody>
      </p:sp>
      <p:sp>
        <p:nvSpPr>
          <p:cNvPr id="37" name="默认预算 32k（可配置）">
            <a:extLst xmlns:a="http://schemas.openxmlformats.org/drawingml/2006/main">
              <a:ext uri="{FF2B5EF4-FFF2-40B4-BE49-F238E27FC236}">
                <a16:creationId xmlns:a16="http://schemas.microsoft.com/office/drawing/2014/main" id="{112AD74E-0133-4670-9E7A-B896FB2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991600"/>
            <a:ext cx="6838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62F"/>
                </a:solidFill>
                <a:latin typeface="Microsoft YaHei"/>
                <a:ea typeface="Microsoft YaHei"/>
                <a:cs typeface="Microsoft YaHei"/>
              </a:rPr>
              <a:t>默认预算 32k（可配置）</a:t>
            </a:r>
          </a:p>
        </p:txBody>
      </p:sp>
      <p:sp>
        <p:nvSpPr>
          <p:cNvPr id="38" name="根据字符估算 Token，不是精确分词计数">
            <a:extLst xmlns:a="http://schemas.openxmlformats.org/drawingml/2006/main">
              <a:ext uri="{FF2B5EF4-FFF2-40B4-BE49-F238E27FC236}">
                <a16:creationId xmlns:a16="http://schemas.microsoft.com/office/drawing/2014/main" id="{ED8BC995-31F1-4133-9CDE-7BA75A5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515475"/>
            <a:ext cx="683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根据字符估算 Token，不是精确分词计数</a:t>
            </a:r>
          </a:p>
        </p:txBody>
      </p:sp>
      <p:sp>
        <p:nvSpPr>
          <p:cNvPr id="39" name="Checkpoint 保存摘要与尾部消息；恢复时主要注入摘要。">
            <a:extLst xmlns:a="http://schemas.openxmlformats.org/drawingml/2006/main">
              <a:ext uri="{FF2B5EF4-FFF2-40B4-BE49-F238E27FC236}">
                <a16:creationId xmlns:a16="http://schemas.microsoft.com/office/drawing/2014/main" id="{88D2FF11-8F94-436A-9AD8-EC6282C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25075"/>
            <a:ext cx="1371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575"/>
                </a:solidFill>
                <a:latin typeface="Microsoft YaHei"/>
                <a:ea typeface="Microsoft YaHei"/>
                <a:cs typeface="Microsoft YaHei"/>
              </a:rPr>
              <a:t>Checkpoint 保存摘要与尾部消息；恢复时主要注入摘要。</a:t>
            </a:r>
          </a:p>
        </p:txBody>
      </p:sp>
    </p:spTree>
    <p:extLst>
      <p:ext uri="{BB962C8B-B14F-4D97-AF65-F5344CB8AC3E}">
        <p14:creationId xmlns:p14="http://schemas.microsoft.com/office/powerpoint/2010/main" val="1359523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2026-09-02T11:16:08.3060000Z</dcterms:created>
  <dcterms:modified xsi:type="dcterms:W3CDTF">2026-09-02T11:16:08.3060000Z</dcterms:modified>
</coreProperties>
</file>